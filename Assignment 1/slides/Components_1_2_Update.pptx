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5029200"/>
            <a:ext cx="822960" cy="822960"/>
          </a:xfrm>
          <a:prstGeom prst="ellipse">
            <a:avLst/>
          </a:prstGeom>
          <a:solidFill>
            <a:srgbClr val="0B1F3A">
              <a:alpha val="0"/>
            </a:srgbClr>
          </a:solidFill>
          <a:ln w="31750">
            <a:solidFill>
              <a:srgbClr val="2EC4B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921240" y="4617720"/>
            <a:ext cx="1645920" cy="1645920"/>
          </a:xfrm>
          <a:prstGeom prst="ellipse">
            <a:avLst/>
          </a:prstGeom>
          <a:solidFill>
            <a:srgbClr val="0B1F3A">
              <a:alpha val="0"/>
            </a:srgbClr>
          </a:solidFill>
          <a:ln w="1905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509760" y="4206240"/>
            <a:ext cx="2468880" cy="2468880"/>
          </a:xfrm>
          <a:prstGeom prst="ellipse">
            <a:avLst/>
          </a:prstGeom>
          <a:solidFill>
            <a:srgbClr val="0B1F3A">
              <a:alpha val="0"/>
            </a:srgbClr>
          </a:solidFill>
          <a:ln w="1905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698480" y="5394960"/>
            <a:ext cx="91440" cy="91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05740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Design of Quantum Processors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1 &amp; 2 — Generating classical and quantum data for the harmonic oscillator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Sandoval Lucas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Mondragon-Shem Quantum Group · UIC College of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 whether classical data can predict quantum properties, using the exactly-solvable harmonic oscillator.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41248" y="24688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" y="2670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Phase-space orbits &amp; energies — the model 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46888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27448" y="24688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56048" y="2670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56048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Spectra, dynamics &amp; Wigner functions — the model TARGETS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246888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613648" y="24688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42248" y="2670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42248" y="3035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42248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map: classical inputs → quantum targets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4709160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51560" y="48920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 </a:t>
            </a:r>
            <a:pPr indent="0" marL="0"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quantum system can be predicted from classical information alone — and where does that prediction break down?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98080" y="4709160"/>
            <a:ext cx="3822192" cy="1325880"/>
          </a:xfrm>
          <a:prstGeom prst="roundRect">
            <a:avLst>
              <a:gd name="adj" fmla="val 551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99248" y="4864608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system? 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harmonic oscillator is exactly solvable in both worlds — every number has a built-in answer key.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3063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(Component 1) and quantum (Component 2) data — verified against exact formulas.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Constant-energy contours are closed elliptical orbits in phase space.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1_cont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0" y="2011680"/>
            <a:ext cx="4536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is total energy E(x,p); white rings are constant-energy curves.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is one allowed classical orbit — the system is locked onto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units the ellipses become circles; larger energy = larger ring.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 defines the classical states the ML model will draw inputs from.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trajectories match the exact solution and conserve energy.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1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652" y="2011680"/>
            <a:ext cx="4402536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solve_ivp steps Hamilton's equations forward in time to trace the orbit.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path overlaps the analytic solution — the solver is verified.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 closes on itself and energy drift is only ~1e-9 — the solver conserves energy as it should.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here transfers to systems with no exact answer later.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energy gives larger, non-crossing orbits — the classical feature set.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1_m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993" y="2011680"/>
            <a:ext cx="4405855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random initial conditions, each colored by its conserved energy.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never intersect: a unique state has a unique future.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classical_trajectories.npy — the inputs for Component 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 is exactly the 'feature space' ML will learn from.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quantum operators reveal the ladder structure of the oscillator.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2_opera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883" y="1938528"/>
            <a:ext cx="9603754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is diagonal (each level has a definite energy), while x̂ and p̂ have only off-diagonal entries — they connect a level to its immediate neighbors.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energy is discrete, evenly spaced, with a nonzero zero-point energy.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2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044" y="2011680"/>
            <a:ext cx="5775751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QuTiP eigenvalues land exactly on the analytic line Eₙ = ℏω(n+½).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state E₀ = ½ℏω ≠ 0 — a purely quantum effect.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equally spaced by ℏω (the ladder).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 points drift: the expected signature of finite truncation.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truncation level N sets how many energy levels are trustworthy.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2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48876"/>
            <a:ext cx="6309360" cy="3903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237744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error stays at machine-zero for low levels, then blows up.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the lowest N/2 levels are exact for a given truncation 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N pushes the trustworthy range higher (N=10→5, 30→15, 50→25).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increase N until the quantity of interest stops changing.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Wigner functions expose non-classicality through negativity and interference.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2_wig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829" y="1938528"/>
            <a:ext cx="10301862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Fock state has a negative core and the superposition shows interference fringes (both impossible classically); the coherent state stays positive — the most classical state.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310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310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averages trace the classical orbit, but averaging hides the spread.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kind-inspiring-turing/mnt/quantum-research/Assignment 1/slides/assets/c2_expec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433" y="1938528"/>
            <a:ext cx="9040654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coherent state ⟨x̂⟩,⟨p̂⟩ follow the classical circle exactly (Ehrenfest's theorem); the Fock state sits at the origin. The averages discard the variance and interference the Wigner picture keeps.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457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219456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don't yet understand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classical features best predict quantum targets — raw trajectories, energies, or phase-space densities?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Wigner target be represented for ML (full grid vs. summary features)?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up in energy does the classical→quantum prediction stay reliable?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does the classical picture break down (negativity, interference)?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194560"/>
            <a:ext cx="5056632" cy="3840480"/>
          </a:xfrm>
          <a:prstGeom prst="roundRect">
            <a:avLst>
              <a:gd name="adj" fmla="val 190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19672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like to do next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288036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Component 1 &amp; 2 outputs into clean input/target pairs for Component 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more states and energies to enlarge the dataset.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scikit-learn and pick a first model + validation plan.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PI which quantum property to predict first.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 &amp;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of Quantum Processors — Components 1 &amp; 2</dc:title>
  <dc:subject>PptxGenJS Presentation</dc:subject>
  <dc:creator>Marcos Sandoval Lucas</dc:creator>
  <cp:lastModifiedBy>Marcos Sandoval Lucas</cp:lastModifiedBy>
  <cp:revision>1</cp:revision>
  <dcterms:created xsi:type="dcterms:W3CDTF">2026-06-17T03:51:06Z</dcterms:created>
  <dcterms:modified xsi:type="dcterms:W3CDTF">2026-06-17T03:51:06Z</dcterms:modified>
</cp:coreProperties>
</file>